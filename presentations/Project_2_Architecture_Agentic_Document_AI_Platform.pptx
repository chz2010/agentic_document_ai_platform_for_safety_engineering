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ARCHITECTURE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698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8961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Agentic Document AI Platform for Safety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251960"/>
            <a:ext cx="5074920" cy="10972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Core message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Safety AI is valuable when it becomes an auditable engineering workflow.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This platform shows that full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4251960"/>
            <a:ext cx="5074920" cy="10972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Portfolio signal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Backend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Document AI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Requirements engineering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Agent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PROJECT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783080"/>
            <a:ext cx="347472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What it is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 production-style backend platform.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Turns safety documents into structured engineering outputs.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Works as a standalone second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783080"/>
            <a:ext cx="347472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What it proves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FastAPI backend design.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Document AI and project RAG.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Requirements extraction and quality scoring.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Traceability and Agent 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783080"/>
            <a:ext cx="329184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The system is more than chat.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It stores evidence, actions, evaluations, and reports.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That is production thinking.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389120"/>
            <a:ext cx="10149840" cy="8686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4535424"/>
            <a:ext cx="9857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OPERATING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864608"/>
            <a:ext cx="98572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Upload -&gt; Analyze -&gt; Trace -&gt;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RUNTIME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2148840"/>
            <a:ext cx="205740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Streamlit UI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Workspace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Ask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14884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FastAPI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Typed endpoints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Orchestration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Pydantic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08760"/>
            <a:ext cx="205740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Projects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Runs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063240"/>
            <a:ext cx="205740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Chroma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Project chunks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Embeddings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Metadata filters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2011680"/>
            <a:ext cx="224028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Model Layer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OpenAI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Local model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No-LLM mode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697480"/>
            <a:ext cx="73152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577840" y="1965960"/>
            <a:ext cx="731520" cy="45720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77840" y="2834640"/>
            <a:ext cx="731520" cy="77724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66760" y="2743200"/>
            <a:ext cx="77724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PERSISTENCE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Core Data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828800"/>
            <a:ext cx="3017520" cy="12344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Workspace layer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Project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DocumentChunk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828800"/>
            <a:ext cx="3017520" cy="12344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Engineering layer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Requirement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TestCase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TraceabilityLink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828800"/>
            <a:ext cx="3017520" cy="12344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Operations layer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EvaluationRun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AgentRunLog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WorkflowItem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069080"/>
            <a:ext cx="960120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Design principle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Every output is tied back to project evidence.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Every run is logged.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Every gap can become workflow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FROM FILE 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Document AI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2011680"/>
            <a:ext cx="1600200" cy="8229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15798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87168"/>
            <a:ext cx="13075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Upload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160020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PDF, TXT, MD, CSV, DOCX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2423160"/>
            <a:ext cx="32004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880360" y="2011680"/>
            <a:ext cx="1600200" cy="8229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215798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487168"/>
            <a:ext cx="13075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Parse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063240"/>
            <a:ext cx="160020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Extract text and metadata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2423160"/>
            <a:ext cx="32004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20640" y="2011680"/>
            <a:ext cx="1600200" cy="8229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215798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487168"/>
            <a:ext cx="13075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Chunk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063240"/>
            <a:ext cx="160020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Project-specific evidence units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20840" y="2423160"/>
            <a:ext cx="32004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60920" y="2011680"/>
            <a:ext cx="1600200" cy="8229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4" y="215798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4" y="2487168"/>
            <a:ext cx="13075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Embed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063240"/>
            <a:ext cx="160020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OpenAI or local hash fallback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0" y="2423160"/>
            <a:ext cx="32004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601200" y="2011680"/>
            <a:ext cx="1600200" cy="8229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47504" y="215798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4" y="2487168"/>
            <a:ext cx="13075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063240"/>
            <a:ext cx="160020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Filtered by project 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892040"/>
            <a:ext cx="8458200" cy="6858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Recruiter signal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The system handles ingestion as a pipeline, not as a one-off prompt.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STRUCTURED SAFETY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Requirements Engineering Module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22960" y="1828800"/>
            <a:ext cx="288036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Find shall-style requirements.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Classify requirement type.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Preserve evidence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828800"/>
            <a:ext cx="288036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Evaluate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Score clarity.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Score testability.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Flag ambiguity and traceability gaps.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828800"/>
            <a:ext cx="288036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Generate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Candidate requirements.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Test cases.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Traceability matrix.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343400"/>
            <a:ext cx="9875520" cy="8686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Output contract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Hazard -&gt; Safety Goal -&gt; Requirement -&gt; Test Case -&gt; Evidence -&gt;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PRODUCTION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Agent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737360"/>
            <a:ext cx="2514600" cy="1600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Run logging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Agent run ID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Model used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Prompt version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1737360"/>
            <a:ext cx="2514600" cy="1600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Reliability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Confidence score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Failure reason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Human escalation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Approval 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737360"/>
            <a:ext cx="2514600" cy="1600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Cost control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Prompt tokens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Output tokens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Latency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Estimated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1737360"/>
            <a:ext cx="2011680" cy="1600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Success rate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Escalation rate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Quality trend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Model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4572000"/>
            <a:ext cx="950976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Why this is strong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The platform treats AI as an operated service, not a black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WHAT TO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Deployment And Demo Story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783080"/>
            <a:ext cx="324612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Local demo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FastAPI backend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Streamlit UI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SQLite default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Chroma local vector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24612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Production path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Docker Compose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Vector DB service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Optional Streamlit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783080"/>
            <a:ext cx="324612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Domain adaptability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Automotive today.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Railway-ready when licensed standards are provided.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Educational context clearly labeled.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10058400" cy="8686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Closing line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This project demonstrates backend engineering, safety-domain AI, structured outputs, and operational monitoring in one coherent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2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
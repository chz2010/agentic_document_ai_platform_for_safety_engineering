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SYSTEM INTERACTION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6984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Project 1 + Project 2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8961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How the Safety Analyst and the Document AI Platform become one safety engineering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251960"/>
            <a:ext cx="5074920" cy="109728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Core message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Safety AI is valuable when it becomes an auditable engineering workflow.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This platform shows that full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4251960"/>
            <a:ext cx="5074920" cy="109728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Portfolio signal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Backend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Document AI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Requirements engineering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Agent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TWO SYSTEMS, ONE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The Portfolio Logic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1828800"/>
            <a:ext cx="4160520" cy="15087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Project 1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Autonomous Driving Safety Analyst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Domain RAG assistant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Explains standards and 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828800"/>
            <a:ext cx="4160520" cy="15087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Project 2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Agentic Document AI Platform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Engineering workflow backend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Turns documents into actions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66360" y="2560320"/>
            <a:ext cx="182880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54480" y="4343400"/>
            <a:ext cx="9052560" cy="8229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Combined value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Knowledge retrieval becomes requirements review, traceability, workflow, and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NO CONFUSION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Boundary Between Projects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828800"/>
            <a:ext cx="3383280" cy="1600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Project 1 answers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What does this concept mean?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What evidence exists in transcripts?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How do standards ideas relate?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828800"/>
            <a:ext cx="3383280" cy="1600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Project 2 answers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Is this requirement good?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What traceability is missing?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What test case is needed?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828800"/>
            <a:ext cx="2971800" cy="1600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Human role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Curates notes.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Approves context.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Reviews compliance claims.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4572000"/>
            <a:ext cx="9509760" cy="7772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Safe claim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Project 1 is knowledge support. Project 2 is engineering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WORKS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Current Practical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2011680"/>
            <a:ext cx="2057400" cy="10515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1. Ingest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Project 1 ingests railway lecture transcripts.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2011680"/>
            <a:ext cx="2057400" cy="10515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2. Ask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Project 1 explains RAMS concepts.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2011680"/>
            <a:ext cx="2057400" cy="10515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3. Curate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Engineer saves approved notes.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2011680"/>
            <a:ext cx="2057400" cy="10515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4. Review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Project 2 checks requirements.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542032"/>
            <a:ext cx="45720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2542032"/>
            <a:ext cx="45720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18120" y="2542032"/>
            <a:ext cx="45720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97280" y="4572000"/>
            <a:ext cx="9966960" cy="7772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Important framing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Lecture transcripts are educational context, not official IEC/EN standard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TARGET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Future FastAPI Integration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2011680"/>
            <a:ext cx="2743200" cy="10515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Project 2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Needs domain context during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1554480"/>
            <a:ext cx="2743200" cy="105156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Project 1 API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Search transcripts and standards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3337560"/>
            <a:ext cx="2743200" cy="11430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response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Citations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2331720"/>
            <a:ext cx="2514600" cy="12344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Project 2 output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Requirement gaps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Traceability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Report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520440" y="2057400"/>
            <a:ext cx="1188720" cy="45720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52360" y="2057400"/>
            <a:ext cx="1280160" cy="73152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452360" y="3154680"/>
            <a:ext cx="1280160" cy="68580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CODEWERK-RELEVANT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Railway Use Case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783080"/>
            <a:ext cx="3429000" cy="141732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Railway context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11 IEC 62278 / EN 50126 lecture transcripts.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Used as public educational RAMS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783080"/>
            <a:ext cx="3429000" cy="141732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Requirements dataset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ETCS requirements document.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Train control and supervision requirements.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783080"/>
            <a:ext cx="3154680" cy="141732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Review objective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Find safety-critical requirements.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Identify missing verification evidence.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Build traceability gaps.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434840"/>
            <a:ext cx="9784080" cy="77724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Result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A railway-flavored demo without claiming official railway compliance.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HOW TO PRESENT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Recruiter Walkthrough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737360"/>
            <a:ext cx="2560320" cy="11430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Step 1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Show Project 1 answering RAMS concept questions from transcripts.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1737360"/>
            <a:ext cx="2560320" cy="11430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Step 2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Show Project 2 ingesting ETCS requirements.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737360"/>
            <a:ext cx="2148840" cy="11430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Step 3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Extract and score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737360"/>
            <a:ext cx="2331720" cy="11430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Step 4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Show Agent Ops and report export.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434840"/>
            <a:ext cx="9418320" cy="86868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Message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You built both the AI knowledge layer and the production workflow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WHAT THEY SHOULD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Closing Architecture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05840" y="1828800"/>
            <a:ext cx="10149840" cy="96012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Single sentence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Project 1 retrieves safety knowledge; Project 2 turns that knowledge into auditable engineering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429000"/>
            <a:ext cx="10149840" cy="1097280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0584" bIns="91440"/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Why it is strong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It shows RAG, backend APIs, document AI, requirements engineering, traceability, workflow, reporting, and AI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Project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